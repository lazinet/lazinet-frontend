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5278-A632-48B9-83BB-26A86CE44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60DAF-D164-4F77-AD39-1B2AD64F3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1B290-0B87-4D84-BBD9-DE1245343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ACDC8-1830-416C-B71C-C3766469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051EC-3276-46D2-8337-11E33356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0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5B08-E44A-45D4-84B1-25984F79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1454-C278-485B-B670-9BF90E900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BBDDF-49A7-4D31-8C27-7A57AEE8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A2AC9-BB4D-4A25-B73C-DAFDFF87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51F4B-01A5-47E3-AF2B-84ED55F6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60DC-D120-4812-8547-0AFFF5669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B0DEA-ACC1-414D-8F85-1CAD0D6B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27F72-4E63-4A34-A492-33CE7001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635DA-0215-45DF-8011-37CBE80A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B380A-764F-429C-B1DD-22D3E2E7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1C13-F6D6-4443-AD1C-A6EDA5CB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479E-EBD9-4CFD-BFA9-C362CDBC4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09EBF-4422-4718-8D9A-A25E0DB25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74BE1-310F-4FDF-8B3E-7A1F2CBD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FD80C-3194-41E4-BAFF-51FDBE5A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068B4-EE2C-4C8A-9727-950516A9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8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D987-9F25-45A5-9768-9ED1C8CF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E6F1E-7415-4FC3-84E0-993A63419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8015F-6C15-4A8E-8C96-7F4C3BC45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C8EC3-B2B8-4875-8D39-F4B9AC0D4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CFB86B-4FCB-4205-BE40-D550EDBE8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160EA-36B4-42F5-8B7F-0890C934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14EF3-6947-4B11-B491-37049EEA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5791D-213D-4273-A0FB-187C1607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9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240E-0897-47C0-9A3D-C650E1EA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F69E2-3893-4354-B647-1748D1D9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747CF-46BC-40B7-926B-70546876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6A53A-97FE-4463-A74D-1AF3BBF8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83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AEABC-57B2-4254-B104-C38CA9DC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21BCA-5CE4-46A0-9990-45031098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D08B6-5F0E-41D1-AD57-6370D609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4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54E6-AE5B-44E9-8CFE-43547C6D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40695-EA90-4094-A14E-4EBFE666A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14984-F681-490F-A634-CF82E48C5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1B9F3-82FB-4DDC-AE33-E5B2C54D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35777-5230-42E2-8EAF-B2ABCC62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BB905-F59C-4FFA-B2D1-28711B2D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F231-8C49-4DF9-AD97-310ADA9E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5CD73-1EE9-468A-B633-EF66061E5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23B14-1F0E-4A41-933A-212A766C0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CFE0D-4FC1-4F98-AAD9-7B66A946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63CDA-FF5C-4823-A06B-7FAAC380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72010-F975-45DC-8275-A9236E47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6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9108-9584-47AC-A710-FFE7AAB8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7CC37-E482-4FB3-A928-B3E1A15D1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1885A-78C9-4F27-A7C0-C4ED257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D0831-6BEF-4B8D-B437-CB5E991A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CE032-C9F8-41DC-851B-4D4506C6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3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8D88FB-9539-48A4-BE49-9965B6AB9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19DF2-FDB9-4CBE-9248-BE355B859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8906B-61DB-4122-AD11-93910819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F8F82-9D0B-4773-A48C-7C816E5E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95D1F-E5A5-4440-BE01-DF848288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6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3525B-C2B6-4CE7-B488-46BC40B3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8A75E-40E0-45AC-82F2-A55F03DB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D5930-48E5-4A59-BD01-B3ED6D08F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2BE41-25FA-4380-8B87-2334C8043D2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1CC1B-2830-4E08-9944-F1F22784A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D1B16-B013-4182-8927-9FFD4111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44DE4-836B-4D20-9D71-EF2D57935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9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u/0/folders/15AHZUH-PUHx7awt9Jjrav9rDsteSLjBX" TargetMode="External"/><Relationship Id="rId2" Type="http://schemas.openxmlformats.org/officeDocument/2006/relationships/hyperlink" Target="https://lazinet.com/projects/aLuu-BKHN-TSN/Logo-BKHN-TS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5B950-0C78-43C0-9F79-483528B6D437}"/>
              </a:ext>
            </a:extLst>
          </p:cNvPr>
          <p:cNvSpPr txBox="1"/>
          <p:nvPr/>
        </p:nvSpPr>
        <p:spPr>
          <a:xfrm>
            <a:off x="215153" y="1899628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hlinkClick r:id="rId2"/>
              </a:rPr>
              <a:t>https://lazinet.com/projects/aLuu-BKHN-TSN/Logo-BKHN-TSN</a:t>
            </a:r>
            <a:r>
              <a:rPr lang="en-US" sz="36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34A55-8D4D-4CCC-AEB3-E842FC44896E}"/>
              </a:ext>
            </a:extLst>
          </p:cNvPr>
          <p:cNvSpPr txBox="1"/>
          <p:nvPr/>
        </p:nvSpPr>
        <p:spPr>
          <a:xfrm>
            <a:off x="215153" y="3298122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hlinkClick r:id="rId3"/>
              </a:rPr>
              <a:t>https://drive.google.com/drive/u/0/folders/15AHZUH-PUHx7awt9Jjrav9rDsteSLjBX</a:t>
            </a:r>
            <a:r>
              <a:rPr lang="en-US" sz="36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45FBC-4F33-4E02-AF9F-BF910DF4D4E6}"/>
              </a:ext>
            </a:extLst>
          </p:cNvPr>
          <p:cNvSpPr txBox="1"/>
          <p:nvPr/>
        </p:nvSpPr>
        <p:spPr>
          <a:xfrm>
            <a:off x="215153" y="1595718"/>
            <a:ext cx="18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Link View </a:t>
            </a:r>
            <a:r>
              <a:rPr lang="en-US" b="1" dirty="0" err="1"/>
              <a:t>Trọn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4CFBD-AF3B-42EC-9632-9FCC978D0259}"/>
              </a:ext>
            </a:extLst>
          </p:cNvPr>
          <p:cNvSpPr txBox="1"/>
          <p:nvPr/>
        </p:nvSpPr>
        <p:spPr>
          <a:xfrm>
            <a:off x="215153" y="3022920"/>
            <a:ext cx="18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Link Google Drive</a:t>
            </a:r>
          </a:p>
        </p:txBody>
      </p:sp>
    </p:spTree>
    <p:extLst>
      <p:ext uri="{BB962C8B-B14F-4D97-AF65-F5344CB8AC3E}">
        <p14:creationId xmlns:p14="http://schemas.microsoft.com/office/powerpoint/2010/main" val="2570193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051F6D-EC90-4448-A514-39B70DF0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50"/>
            <a:ext cx="12192000" cy="66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0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FF907B-BB8C-47D4-9BDA-4C11992C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7" y="0"/>
            <a:ext cx="12116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92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C37450-6D48-40C1-AC94-F5588A7F6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" y="0"/>
            <a:ext cx="12190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8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5451B3-EE0A-45BD-BD56-12E2CC29C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37"/>
            <a:ext cx="12192000" cy="672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8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AC8DD-2723-4BD3-B182-02316CD0E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94"/>
            <a:ext cx="12193263" cy="642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6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3F7CB-608C-4E09-9AED-081FD26AC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13" y="0"/>
            <a:ext cx="11689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7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109AD-1B03-4C85-ACD4-9FAF55223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47" y="0"/>
            <a:ext cx="11610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96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EB220-397C-47A2-8ADA-8C6B1E170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88" y="0"/>
            <a:ext cx="107736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28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05B960-C20D-4FD0-AF2A-4DA62BC15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60"/>
            <a:ext cx="12192000" cy="658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2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A9694-4DC0-4617-900A-6AF09E4FD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45"/>
            <a:ext cx="12192000" cy="682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22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6775E-17F7-45B2-9EEF-6D88E541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121920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26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3D336-DC5B-435A-AA54-7A3C51AEB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331"/>
            <a:ext cx="12192000" cy="615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58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35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Hoang</dc:creator>
  <cp:lastModifiedBy>Phung Hoang</cp:lastModifiedBy>
  <cp:revision>4</cp:revision>
  <dcterms:created xsi:type="dcterms:W3CDTF">2025-12-30T05:07:43Z</dcterms:created>
  <dcterms:modified xsi:type="dcterms:W3CDTF">2025-12-30T05:42:27Z</dcterms:modified>
</cp:coreProperties>
</file>