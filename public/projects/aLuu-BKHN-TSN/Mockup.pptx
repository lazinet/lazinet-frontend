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58" r:id="rId5"/>
    <p:sldId id="259" r:id="rId6"/>
    <p:sldId id="25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52317"/>
    <a:srgbClr val="FE0201"/>
    <a:srgbClr val="AD2225"/>
    <a:srgbClr val="F7CC1E"/>
    <a:srgbClr val="F3C108"/>
    <a:srgbClr val="CE16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DC1C1-6B45-4161-AA90-D486F8EA5B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70AD27-3160-47CB-BE3E-F9054D3130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29D7F8-382B-4440-A605-A2B531EBE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3CDE-118B-4A86-8DC4-D4BAB29E5447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95999-23D6-439F-85A8-613C5DAA1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1EB9B9-D268-4F9A-8C29-FB11B169A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A2F38-07D0-40C3-B719-B7C3F8F862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313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A4FEE-76BB-47D0-A2DE-ADE13D2EE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E159F-6736-493A-B301-A6F87062F0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D3BD73-FE38-4A7C-968A-09438F460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3CDE-118B-4A86-8DC4-D4BAB29E5447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D668EF-1D19-4DD2-9AAD-D79197BCF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718143-59BF-4FBC-AFD4-BD82E2CA9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A2F38-07D0-40C3-B719-B7C3F8F862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467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0F3CC-4233-4F2F-97FC-AAA256B8F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E65EBE-880D-40EE-A8DF-9BE52B9ECF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01F35-66C9-49FC-9A18-46F4824F0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3CDE-118B-4A86-8DC4-D4BAB29E5447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DDA540-C73E-4498-B352-B6DCE6F48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59202-C031-4474-83F1-EFCD5FDE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A2F38-07D0-40C3-B719-B7C3F8F862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8577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6A4A4-91D3-41CF-BABA-5926F4038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CC183-88F7-4F29-8ECD-DA6351783B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D177BC-B017-4846-A31B-FA84BDB77B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1388DC-EBC0-41ED-A0E9-364216091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3CDE-118B-4A86-8DC4-D4BAB29E5447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8024BF-BE98-42F5-9F21-B8B63D0B9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EEB92A-9793-4485-8658-D9879944A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A2F38-07D0-40C3-B719-B7C3F8F862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907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C54F7-34BE-4739-A600-4CC34CE49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8BCDC0-CD3D-452F-B73E-FB7C199D5F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294B13-6268-4170-A3C6-E0551A0780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CAE9B8-B63F-4696-890B-1730C5617F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3FAB51-8547-4AF3-B6A5-46A337171F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E5FD63-0B6C-47B6-B9BF-5E35F993A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3CDE-118B-4A86-8DC4-D4BAB29E5447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7D10F3-C41F-4567-9A06-574BD5F5C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215AF6-DFBD-40C2-A193-B5B299C4C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A2F38-07D0-40C3-B719-B7C3F8F862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792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2E3E1-A665-418C-9643-94FDB0826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89670E-8118-49B5-AAD6-8F3E2AF05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3CDE-118B-4A86-8DC4-D4BAB29E5447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C5F7FC-CEDD-43D5-8D06-B83D9F68F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5BDFED-17FF-4F0A-958C-F4A74585F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A2F38-07D0-40C3-B719-B7C3F8F862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375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FD9463-8CAC-4CA8-B50C-7A09AE1CC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3CDE-118B-4A86-8DC4-D4BAB29E5447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729AED-2047-488B-BB19-7EEAC649A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E67927-F876-4A79-AA18-CB3C82FC4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A2F38-07D0-40C3-B719-B7C3F8F862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605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4D495-6552-4612-A79E-3E88E09A6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6A37E6-4A5C-4B36-86CD-37DE4594F2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BF7BAF-AA69-40DE-B7A9-0481A9FC96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76BCE1-4EBA-40DD-A411-ECE3B0B0C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3CDE-118B-4A86-8DC4-D4BAB29E5447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BC4ECB-0826-4DF1-88E5-6530F8867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23BF92-8C13-4B09-8538-009606F6E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A2F38-07D0-40C3-B719-B7C3F8F862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074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94E45-EDCE-43AB-9F7B-2CAA6C523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03A93C-B581-40F0-A9F2-EAB430788E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3B4928-EB80-45BC-A06E-3E9E2450C4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34B108-19C5-4212-B81B-952AF4B8B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3CDE-118B-4A86-8DC4-D4BAB29E5447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A4C8FA-6645-4669-9031-1A043B305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847A28-4ED1-4D2B-BCD8-910ECB4BB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A2F38-07D0-40C3-B719-B7C3F8F862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644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D67A3-1037-45DF-84D4-D405EDC13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15DE67-23F8-4789-88D7-D3C79CAAD6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0F1DF-5B8C-43E4-BBD8-E7CB7DE02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3CDE-118B-4A86-8DC4-D4BAB29E5447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EC60BD-9E7B-4D22-89AE-BEA0E36B0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858AEA-2599-440C-BADF-CEF6EB5FE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A2F38-07D0-40C3-B719-B7C3F8F862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231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67560D-E75F-4758-B09F-B3F64C6081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238D10-C305-4EE3-816B-09D0C2062B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6CFCE7-A304-49E4-ADEC-E4CBC887C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3CDE-118B-4A86-8DC4-D4BAB29E5447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657D51-48D8-44B4-89A6-831357290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FBB5A-8F06-4044-9437-DCABFF763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A2F38-07D0-40C3-B719-B7C3F8F862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92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643FB3-6760-4FE0-AADE-0E6349D53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90D6F4-83C0-4FDF-9BFF-11EC47155F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3A10F0-98C6-4614-A5A4-9498AB5A93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4B3CDE-118B-4A86-8DC4-D4BAB29E5447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7A7D9C-5CB2-4058-B82C-EEFF43B4C7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E1C217-ACDB-4D81-AC70-72C3474A03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7A2F38-07D0-40C3-B719-B7C3F8F862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780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9ADEF467-88B1-4EA9-B3FA-125F85CA24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02590" y="1390650"/>
            <a:ext cx="2543175" cy="3810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4B57FB-D799-4C39-82C1-13B8B5B8E7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31975"/>
            <a:ext cx="2543175" cy="25431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683C9E8-A734-4744-9EAE-7AAF5F108B0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63" r="8124" b="14313"/>
          <a:stretch/>
        </p:blipFill>
        <p:spPr>
          <a:xfrm>
            <a:off x="6012539" y="1831975"/>
            <a:ext cx="2078231" cy="223399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68D5851-947D-44C8-997F-E39412F42733}"/>
              </a:ext>
            </a:extLst>
          </p:cNvPr>
          <p:cNvSpPr/>
          <p:nvPr/>
        </p:nvSpPr>
        <p:spPr>
          <a:xfrm>
            <a:off x="5761702" y="1391850"/>
            <a:ext cx="2541600" cy="3808800"/>
          </a:xfrm>
          <a:prstGeom prst="rect">
            <a:avLst/>
          </a:prstGeom>
          <a:noFill/>
          <a:ln w="28575">
            <a:solidFill>
              <a:srgbClr val="FE020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11FB0ED-21FF-4A94-A7D1-58B7BD0B16A1}"/>
              </a:ext>
            </a:extLst>
          </p:cNvPr>
          <p:cNvSpPr/>
          <p:nvPr/>
        </p:nvSpPr>
        <p:spPr>
          <a:xfrm>
            <a:off x="5761702" y="4446200"/>
            <a:ext cx="2541600" cy="754450"/>
          </a:xfrm>
          <a:prstGeom prst="rect">
            <a:avLst/>
          </a:prstGeom>
          <a:solidFill>
            <a:srgbClr val="F3C108"/>
          </a:solidFill>
          <a:ln w="28575">
            <a:solidFill>
              <a:srgbClr val="FE020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rgbClr val="FE020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BÁCH KHOA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C1A0AE-C008-4651-9482-72B6EC5179AE}"/>
              </a:ext>
            </a:extLst>
          </p:cNvPr>
          <p:cNvSpPr/>
          <p:nvPr/>
        </p:nvSpPr>
        <p:spPr>
          <a:xfrm>
            <a:off x="6269715" y="3395661"/>
            <a:ext cx="1446191" cy="848511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>
              <a:solidFill>
                <a:srgbClr val="CE1628"/>
              </a:solidFill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340FF5D-F875-4CDF-8BA2-6F900FE6BB1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63" r="8124" b="14313"/>
          <a:stretch/>
        </p:blipFill>
        <p:spPr>
          <a:xfrm>
            <a:off x="9195476" y="1805375"/>
            <a:ext cx="2078231" cy="2233999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994BA340-26F8-4FDB-9508-97C4CF849B85}"/>
              </a:ext>
            </a:extLst>
          </p:cNvPr>
          <p:cNvSpPr/>
          <p:nvPr/>
        </p:nvSpPr>
        <p:spPr>
          <a:xfrm>
            <a:off x="8919239" y="1390650"/>
            <a:ext cx="2541600" cy="3808800"/>
          </a:xfrm>
          <a:prstGeom prst="rect">
            <a:avLst/>
          </a:prstGeom>
          <a:noFill/>
          <a:ln w="28575">
            <a:solidFill>
              <a:srgbClr val="FE020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9C7A8F9-A5A4-4C32-A544-33C3ED60CEF4}"/>
              </a:ext>
            </a:extLst>
          </p:cNvPr>
          <p:cNvSpPr/>
          <p:nvPr/>
        </p:nvSpPr>
        <p:spPr>
          <a:xfrm>
            <a:off x="8919239" y="4445000"/>
            <a:ext cx="2541600" cy="754450"/>
          </a:xfrm>
          <a:prstGeom prst="rect">
            <a:avLst/>
          </a:prstGeom>
          <a:solidFill>
            <a:srgbClr val="F3C108"/>
          </a:solidFill>
          <a:ln w="28575">
            <a:solidFill>
              <a:srgbClr val="FE020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FE020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BKHN-TSN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A719020-697A-40D2-A32F-98663032C737}"/>
              </a:ext>
            </a:extLst>
          </p:cNvPr>
          <p:cNvSpPr/>
          <p:nvPr/>
        </p:nvSpPr>
        <p:spPr>
          <a:xfrm>
            <a:off x="9530557" y="2653906"/>
            <a:ext cx="1137444" cy="848511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>
              <a:solidFill>
                <a:srgbClr val="CE1628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738079D-9454-4FEB-8E17-9B720CFCF193}"/>
              </a:ext>
            </a:extLst>
          </p:cNvPr>
          <p:cNvSpPr/>
          <p:nvPr/>
        </p:nvSpPr>
        <p:spPr>
          <a:xfrm>
            <a:off x="9452652" y="3263901"/>
            <a:ext cx="1446191" cy="95367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>
              <a:solidFill>
                <a:srgbClr val="CE1628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E2BAE49-3980-4194-A1CB-AC6031494866}"/>
              </a:ext>
            </a:extLst>
          </p:cNvPr>
          <p:cNvSpPr/>
          <p:nvPr/>
        </p:nvSpPr>
        <p:spPr>
          <a:xfrm>
            <a:off x="9404363" y="3071413"/>
            <a:ext cx="1446191" cy="95367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b="1" dirty="0">
                <a:solidFill>
                  <a:srgbClr val="FE020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BK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28035EF-1B6E-43E6-95BA-30ED54B2BFB0}"/>
              </a:ext>
            </a:extLst>
          </p:cNvPr>
          <p:cNvSpPr/>
          <p:nvPr/>
        </p:nvSpPr>
        <p:spPr>
          <a:xfrm>
            <a:off x="6221426" y="3411528"/>
            <a:ext cx="1446191" cy="495697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rgbClr val="FE0201"/>
                </a:solidFill>
                <a:latin typeface="Arial Narrow" panose="020B0606020202030204" pitchFamily="34" charset="0"/>
                <a:ea typeface="Lato" panose="020F0502020204030203" pitchFamily="34" charset="0"/>
                <a:cs typeface="Lato" panose="020F0502020204030203" pitchFamily="34" charset="0"/>
              </a:rPr>
              <a:t>TSN</a:t>
            </a:r>
          </a:p>
        </p:txBody>
      </p:sp>
    </p:spTree>
    <p:extLst>
      <p:ext uri="{BB962C8B-B14F-4D97-AF65-F5344CB8AC3E}">
        <p14:creationId xmlns:p14="http://schemas.microsoft.com/office/powerpoint/2010/main" val="2564229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51">
            <a:extLst>
              <a:ext uri="{FF2B5EF4-FFF2-40B4-BE49-F238E27FC236}">
                <a16:creationId xmlns:a16="http://schemas.microsoft.com/office/drawing/2014/main" id="{E21EC8AB-50C3-4D03-895F-96552983DB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5337" y="808028"/>
            <a:ext cx="4562475" cy="45720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9CDE46BF-407B-4335-B237-3A316B87BE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06" y="808028"/>
            <a:ext cx="4562475" cy="4572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8949D81-2CFF-4EC6-8589-770E81B18983}"/>
              </a:ext>
            </a:extLst>
          </p:cNvPr>
          <p:cNvSpPr/>
          <p:nvPr/>
        </p:nvSpPr>
        <p:spPr>
          <a:xfrm>
            <a:off x="994097" y="873920"/>
            <a:ext cx="2965763" cy="35361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F24E2A31-0EA0-4FC9-9FBB-1062452EA3C6}"/>
              </a:ext>
            </a:extLst>
          </p:cNvPr>
          <p:cNvSpPr/>
          <p:nvPr/>
        </p:nvSpPr>
        <p:spPr>
          <a:xfrm rot="3041337">
            <a:off x="2034862" y="4165809"/>
            <a:ext cx="316076" cy="262887"/>
          </a:xfrm>
          <a:prstGeom prst="triangle">
            <a:avLst>
              <a:gd name="adj" fmla="val 6472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3B7B2FF-72AF-43FE-AF31-F7CE7F0A80CF}"/>
              </a:ext>
            </a:extLst>
          </p:cNvPr>
          <p:cNvGrpSpPr/>
          <p:nvPr/>
        </p:nvGrpSpPr>
        <p:grpSpPr>
          <a:xfrm>
            <a:off x="1037601" y="1498995"/>
            <a:ext cx="2979329" cy="2827639"/>
            <a:chOff x="5884579" y="1127141"/>
            <a:chExt cx="2541600" cy="2412197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EA0CC32-7262-432B-B835-0C2272D88C37}"/>
                </a:ext>
              </a:extLst>
            </p:cNvPr>
            <p:cNvGrpSpPr/>
            <p:nvPr/>
          </p:nvGrpSpPr>
          <p:grpSpPr>
            <a:xfrm>
              <a:off x="6135416" y="1127141"/>
              <a:ext cx="2078231" cy="2412197"/>
              <a:chOff x="6135416" y="1127141"/>
              <a:chExt cx="2078231" cy="2412197"/>
            </a:xfrm>
          </p:grpSpPr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E347FB43-3BF7-4656-BE9D-1E075702886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2163" r="8124" b="14313"/>
              <a:stretch/>
            </p:blipFill>
            <p:spPr>
              <a:xfrm>
                <a:off x="6135416" y="1127141"/>
                <a:ext cx="2078231" cy="2233999"/>
              </a:xfrm>
              <a:prstGeom prst="rect">
                <a:avLst/>
              </a:prstGeom>
            </p:spPr>
          </p:pic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8126779E-5AF2-4288-8BE4-E6DAB898E9D7}"/>
                  </a:ext>
                </a:extLst>
              </p:cNvPr>
              <p:cNvSpPr/>
              <p:nvPr/>
            </p:nvSpPr>
            <p:spPr>
              <a:xfrm>
                <a:off x="6392592" y="2690827"/>
                <a:ext cx="1446191" cy="848511"/>
              </a:xfrm>
              <a:prstGeom prst="rect">
                <a:avLst/>
              </a:prstGeom>
              <a:solidFill>
                <a:schemeClr val="bg1"/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 b="1" dirty="0">
                  <a:solidFill>
                    <a:srgbClr val="CE1628"/>
                  </a:solidFill>
                </a:endParaRPr>
              </a:p>
            </p:txBody>
          </p:sp>
        </p:grp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53681E66-11A8-4FD3-8656-6D65550BFC37}"/>
                </a:ext>
              </a:extLst>
            </p:cNvPr>
            <p:cNvSpPr/>
            <p:nvPr/>
          </p:nvSpPr>
          <p:spPr>
            <a:xfrm>
              <a:off x="5884579" y="2889574"/>
              <a:ext cx="2541600" cy="495697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solidFill>
                    <a:srgbClr val="FE0201"/>
                  </a:solidFill>
                  <a:latin typeface="Arial Narrow" panose="020B0606020202030204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BKHN-TSN</a:t>
              </a:r>
              <a:endParaRPr lang="en-US" sz="2800" b="1" dirty="0">
                <a:solidFill>
                  <a:srgbClr val="FE0201"/>
                </a:solidFill>
                <a:latin typeface="Arial Narrow" panose="020B0606020202030204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10B4CFAE-BCBB-4172-8043-E834481B40F0}"/>
              </a:ext>
            </a:extLst>
          </p:cNvPr>
          <p:cNvSpPr/>
          <p:nvPr/>
        </p:nvSpPr>
        <p:spPr>
          <a:xfrm>
            <a:off x="6141951" y="873920"/>
            <a:ext cx="1776651" cy="35361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9DF9515A-7694-45AC-8783-0F97CB08191B}"/>
              </a:ext>
            </a:extLst>
          </p:cNvPr>
          <p:cNvSpPr/>
          <p:nvPr/>
        </p:nvSpPr>
        <p:spPr>
          <a:xfrm rot="3041337">
            <a:off x="6002693" y="4165809"/>
            <a:ext cx="316076" cy="262887"/>
          </a:xfrm>
          <a:prstGeom prst="triangle">
            <a:avLst>
              <a:gd name="adj" fmla="val 6472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B759805E-7934-4BDB-911B-E00058F27CBA}"/>
              </a:ext>
            </a:extLst>
          </p:cNvPr>
          <p:cNvGrpSpPr/>
          <p:nvPr/>
        </p:nvGrpSpPr>
        <p:grpSpPr>
          <a:xfrm>
            <a:off x="8175070" y="1537586"/>
            <a:ext cx="2979329" cy="2647038"/>
            <a:chOff x="5884579" y="1127141"/>
            <a:chExt cx="2541600" cy="2258130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6203CF53-8991-49A0-84F2-D09D40381956}"/>
                </a:ext>
              </a:extLst>
            </p:cNvPr>
            <p:cNvGrpSpPr/>
            <p:nvPr/>
          </p:nvGrpSpPr>
          <p:grpSpPr>
            <a:xfrm>
              <a:off x="6135416" y="1127141"/>
              <a:ext cx="2078231" cy="2258130"/>
              <a:chOff x="6135416" y="1127141"/>
              <a:chExt cx="2078231" cy="2258130"/>
            </a:xfrm>
          </p:grpSpPr>
          <p:pic>
            <p:nvPicPr>
              <p:cNvPr id="58" name="Picture 57">
                <a:extLst>
                  <a:ext uri="{FF2B5EF4-FFF2-40B4-BE49-F238E27FC236}">
                    <a16:creationId xmlns:a16="http://schemas.microsoft.com/office/drawing/2014/main" id="{8F107105-0C94-4C09-BD3F-E80141AFDB5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2163" r="8124" b="14313"/>
              <a:stretch/>
            </p:blipFill>
            <p:spPr>
              <a:xfrm>
                <a:off x="6135416" y="1127141"/>
                <a:ext cx="2078231" cy="2233999"/>
              </a:xfrm>
              <a:prstGeom prst="rect">
                <a:avLst/>
              </a:prstGeom>
            </p:spPr>
          </p:pic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C4AB9ACB-E85A-4BFF-BB02-4FDF73A5E456}"/>
                  </a:ext>
                </a:extLst>
              </p:cNvPr>
              <p:cNvSpPr/>
              <p:nvPr/>
            </p:nvSpPr>
            <p:spPr>
              <a:xfrm>
                <a:off x="6392592" y="2690827"/>
                <a:ext cx="1446191" cy="694444"/>
              </a:xfrm>
              <a:prstGeom prst="rect">
                <a:avLst/>
              </a:prstGeom>
              <a:solidFill>
                <a:schemeClr val="bg1"/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 b="1" dirty="0">
                  <a:solidFill>
                    <a:srgbClr val="CE1628"/>
                  </a:solidFill>
                </a:endParaRPr>
              </a:p>
            </p:txBody>
          </p:sp>
        </p:grp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BB26DE44-E027-4768-91F8-8E8D9165BA2D}"/>
                </a:ext>
              </a:extLst>
            </p:cNvPr>
            <p:cNvSpPr/>
            <p:nvPr/>
          </p:nvSpPr>
          <p:spPr>
            <a:xfrm>
              <a:off x="5884579" y="2889574"/>
              <a:ext cx="2541600" cy="495697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solidFill>
                    <a:srgbClr val="FE0201"/>
                  </a:solidFill>
                  <a:latin typeface="Arial Narrow" panose="020B0606020202030204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BKHN-TSN</a:t>
              </a:r>
              <a:endParaRPr lang="en-US" sz="2800" b="1" dirty="0">
                <a:solidFill>
                  <a:srgbClr val="FE0201"/>
                </a:solidFill>
                <a:latin typeface="Arial Narrow" panose="020B0606020202030204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pic>
        <p:nvPicPr>
          <p:cNvPr id="43" name="Picture 42">
            <a:extLst>
              <a:ext uri="{FF2B5EF4-FFF2-40B4-BE49-F238E27FC236}">
                <a16:creationId xmlns:a16="http://schemas.microsoft.com/office/drawing/2014/main" id="{43C0A0F4-929A-400A-86D0-942704EA1F0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794" t="2784" r="55170" b="78850"/>
          <a:stretch/>
        </p:blipFill>
        <p:spPr>
          <a:xfrm>
            <a:off x="4953703" y="838303"/>
            <a:ext cx="1231983" cy="838708"/>
          </a:xfrm>
          <a:prstGeom prst="rect">
            <a:avLst/>
          </a:prstGeom>
          <a:solidFill>
            <a:srgbClr val="D52317"/>
          </a:solidFill>
        </p:spPr>
      </p:pic>
      <p:sp>
        <p:nvSpPr>
          <p:cNvPr id="60" name="Rectangle 59">
            <a:extLst>
              <a:ext uri="{FF2B5EF4-FFF2-40B4-BE49-F238E27FC236}">
                <a16:creationId xmlns:a16="http://schemas.microsoft.com/office/drawing/2014/main" id="{BCE1CD66-DE1F-4C63-ABF4-6AA54E9BEA5D}"/>
              </a:ext>
            </a:extLst>
          </p:cNvPr>
          <p:cNvSpPr/>
          <p:nvPr/>
        </p:nvSpPr>
        <p:spPr>
          <a:xfrm>
            <a:off x="14977615" y="408390"/>
            <a:ext cx="1869705" cy="35361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474233D2-AD2B-431E-860A-F8A90A3923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3197" y="808028"/>
            <a:ext cx="4562475" cy="4572000"/>
          </a:xfrm>
          <a:prstGeom prst="rect">
            <a:avLst/>
          </a:prstGeom>
        </p:spPr>
      </p:pic>
      <p:sp>
        <p:nvSpPr>
          <p:cNvPr id="62" name="Rectangle 61">
            <a:extLst>
              <a:ext uri="{FF2B5EF4-FFF2-40B4-BE49-F238E27FC236}">
                <a16:creationId xmlns:a16="http://schemas.microsoft.com/office/drawing/2014/main" id="{193E7FCD-BAE7-4C7B-82A2-C7BA8E9A3A4E}"/>
              </a:ext>
            </a:extLst>
          </p:cNvPr>
          <p:cNvSpPr/>
          <p:nvPr/>
        </p:nvSpPr>
        <p:spPr>
          <a:xfrm>
            <a:off x="13598708" y="408390"/>
            <a:ext cx="2965763" cy="35361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Isosceles Triangle 62">
            <a:extLst>
              <a:ext uri="{FF2B5EF4-FFF2-40B4-BE49-F238E27FC236}">
                <a16:creationId xmlns:a16="http://schemas.microsoft.com/office/drawing/2014/main" id="{2A335C54-5959-40DF-BE71-6B826822D992}"/>
              </a:ext>
            </a:extLst>
          </p:cNvPr>
          <p:cNvSpPr/>
          <p:nvPr/>
        </p:nvSpPr>
        <p:spPr>
          <a:xfrm rot="3041337">
            <a:off x="14639473" y="3700279"/>
            <a:ext cx="316076" cy="262887"/>
          </a:xfrm>
          <a:prstGeom prst="triangle">
            <a:avLst>
              <a:gd name="adj" fmla="val 6472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3F8C28A4-3478-4FC3-ACEA-0BE8A3309EB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511" t="2784" r="60448" b="79391"/>
          <a:stretch/>
        </p:blipFill>
        <p:spPr>
          <a:xfrm>
            <a:off x="13709423" y="511503"/>
            <a:ext cx="822117" cy="814045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sp>
        <p:nvSpPr>
          <p:cNvPr id="53" name="Rectangle 52">
            <a:extLst>
              <a:ext uri="{FF2B5EF4-FFF2-40B4-BE49-F238E27FC236}">
                <a16:creationId xmlns:a16="http://schemas.microsoft.com/office/drawing/2014/main" id="{8072DBA9-63ED-42AC-A764-5935381638DB}"/>
              </a:ext>
            </a:extLst>
          </p:cNvPr>
          <p:cNvSpPr/>
          <p:nvPr/>
        </p:nvSpPr>
        <p:spPr>
          <a:xfrm>
            <a:off x="6141951" y="873920"/>
            <a:ext cx="1785740" cy="35361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8DDD56-4A58-49BB-9732-9FEEDABF734A}"/>
              </a:ext>
            </a:extLst>
          </p:cNvPr>
          <p:cNvSpPr/>
          <p:nvPr/>
        </p:nvSpPr>
        <p:spPr>
          <a:xfrm>
            <a:off x="4961928" y="1742903"/>
            <a:ext cx="1180023" cy="2733064"/>
          </a:xfrm>
          <a:prstGeom prst="rect">
            <a:avLst/>
          </a:prstGeom>
          <a:solidFill>
            <a:srgbClr val="D523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BB2E843D-DC0B-4B3A-8950-BF05169D4BDD}"/>
              </a:ext>
            </a:extLst>
          </p:cNvPr>
          <p:cNvGrpSpPr/>
          <p:nvPr/>
        </p:nvGrpSpPr>
        <p:grpSpPr>
          <a:xfrm>
            <a:off x="13487950" y="4608017"/>
            <a:ext cx="2979329" cy="2647038"/>
            <a:chOff x="5884579" y="1127141"/>
            <a:chExt cx="2541600" cy="2258130"/>
          </a:xfrm>
        </p:grpSpPr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9C3C12FB-F2A7-4A29-9C13-4FF241271B5D}"/>
                </a:ext>
              </a:extLst>
            </p:cNvPr>
            <p:cNvGrpSpPr/>
            <p:nvPr/>
          </p:nvGrpSpPr>
          <p:grpSpPr>
            <a:xfrm>
              <a:off x="6135416" y="1127141"/>
              <a:ext cx="2078231" cy="2258130"/>
              <a:chOff x="6135416" y="1127141"/>
              <a:chExt cx="2078231" cy="2258130"/>
            </a:xfrm>
          </p:grpSpPr>
          <p:pic>
            <p:nvPicPr>
              <p:cNvPr id="67" name="Picture 66">
                <a:extLst>
                  <a:ext uri="{FF2B5EF4-FFF2-40B4-BE49-F238E27FC236}">
                    <a16:creationId xmlns:a16="http://schemas.microsoft.com/office/drawing/2014/main" id="{CE6E4569-EB7F-485F-8384-4F7D82B90F3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2163" r="8124" b="14313"/>
              <a:stretch/>
            </p:blipFill>
            <p:spPr>
              <a:xfrm>
                <a:off x="6135416" y="1127141"/>
                <a:ext cx="2078231" cy="2233999"/>
              </a:xfrm>
              <a:prstGeom prst="rect">
                <a:avLst/>
              </a:prstGeom>
            </p:spPr>
          </p:pic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89731489-405D-45F8-8DC5-7323CD86B7B7}"/>
                  </a:ext>
                </a:extLst>
              </p:cNvPr>
              <p:cNvSpPr/>
              <p:nvPr/>
            </p:nvSpPr>
            <p:spPr>
              <a:xfrm>
                <a:off x="6392592" y="2690827"/>
                <a:ext cx="1446191" cy="694444"/>
              </a:xfrm>
              <a:prstGeom prst="rect">
                <a:avLst/>
              </a:prstGeom>
              <a:solidFill>
                <a:schemeClr val="bg1"/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 b="1" dirty="0">
                  <a:solidFill>
                    <a:srgbClr val="CE1628"/>
                  </a:solidFill>
                </a:endParaRPr>
              </a:p>
            </p:txBody>
          </p:sp>
        </p:grp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89B5D44C-AB9C-4D30-A049-BCA7F706F5AC}"/>
                </a:ext>
              </a:extLst>
            </p:cNvPr>
            <p:cNvSpPr/>
            <p:nvPr/>
          </p:nvSpPr>
          <p:spPr>
            <a:xfrm>
              <a:off x="5884579" y="2889574"/>
              <a:ext cx="2541600" cy="495697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solidFill>
                    <a:srgbClr val="FE0201"/>
                  </a:solidFill>
                  <a:latin typeface="Arial Narrow" panose="020B0606020202030204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BKHN-TSN</a:t>
              </a:r>
              <a:endParaRPr lang="en-US" sz="2800" b="1" dirty="0">
                <a:solidFill>
                  <a:srgbClr val="FE0201"/>
                </a:solidFill>
                <a:latin typeface="Arial Narrow" panose="020B0606020202030204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pic>
        <p:nvPicPr>
          <p:cNvPr id="72" name="Picture 71">
            <a:extLst>
              <a:ext uri="{FF2B5EF4-FFF2-40B4-BE49-F238E27FC236}">
                <a16:creationId xmlns:a16="http://schemas.microsoft.com/office/drawing/2014/main" id="{B0DEAC72-6D26-4756-B3B4-5E88DD78D6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2824" y="1489117"/>
            <a:ext cx="3013051" cy="2883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718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9CDE46BF-407B-4335-B237-3A316B87BE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06" y="808028"/>
            <a:ext cx="4562475" cy="4572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8949D81-2CFF-4EC6-8589-770E81B18983}"/>
              </a:ext>
            </a:extLst>
          </p:cNvPr>
          <p:cNvSpPr/>
          <p:nvPr/>
        </p:nvSpPr>
        <p:spPr>
          <a:xfrm>
            <a:off x="-4206873" y="4502803"/>
            <a:ext cx="2965763" cy="35361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F24E2A31-0EA0-4FC9-9FBB-1062452EA3C6}"/>
              </a:ext>
            </a:extLst>
          </p:cNvPr>
          <p:cNvSpPr/>
          <p:nvPr/>
        </p:nvSpPr>
        <p:spPr>
          <a:xfrm rot="3041337">
            <a:off x="2810458" y="4065460"/>
            <a:ext cx="316076" cy="262887"/>
          </a:xfrm>
          <a:prstGeom prst="triangle">
            <a:avLst>
              <a:gd name="adj" fmla="val 6472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E21EC8AB-50C3-4D03-895F-96552983DB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5337" y="808028"/>
            <a:ext cx="4562475" cy="4572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9F2412F-6EB1-430F-B674-ECCC4076CAD8}"/>
              </a:ext>
            </a:extLst>
          </p:cNvPr>
          <p:cNvSpPr/>
          <p:nvPr/>
        </p:nvSpPr>
        <p:spPr>
          <a:xfrm>
            <a:off x="6160023" y="866300"/>
            <a:ext cx="1775288" cy="35361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0D6E44D-5D7F-4577-88F9-2D0E60256067}"/>
              </a:ext>
            </a:extLst>
          </p:cNvPr>
          <p:cNvSpPr/>
          <p:nvPr/>
        </p:nvSpPr>
        <p:spPr>
          <a:xfrm>
            <a:off x="5134809" y="1981200"/>
            <a:ext cx="1025214" cy="2421254"/>
          </a:xfrm>
          <a:prstGeom prst="rect">
            <a:avLst/>
          </a:prstGeom>
          <a:solidFill>
            <a:srgbClr val="D523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3B7B2FF-72AF-43FE-AF31-F7CE7F0A80CF}"/>
              </a:ext>
            </a:extLst>
          </p:cNvPr>
          <p:cNvGrpSpPr/>
          <p:nvPr/>
        </p:nvGrpSpPr>
        <p:grpSpPr>
          <a:xfrm>
            <a:off x="6046492" y="1833719"/>
            <a:ext cx="1982893" cy="1881936"/>
            <a:chOff x="5884579" y="1127141"/>
            <a:chExt cx="2541600" cy="2412197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EA0CC32-7262-432B-B835-0C2272D88C37}"/>
                </a:ext>
              </a:extLst>
            </p:cNvPr>
            <p:cNvGrpSpPr/>
            <p:nvPr/>
          </p:nvGrpSpPr>
          <p:grpSpPr>
            <a:xfrm>
              <a:off x="6135416" y="1127141"/>
              <a:ext cx="2078231" cy="2412197"/>
              <a:chOff x="6135416" y="1127141"/>
              <a:chExt cx="2078231" cy="2412197"/>
            </a:xfrm>
          </p:grpSpPr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E347FB43-3BF7-4656-BE9D-1E075702886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2163" r="8124" b="14313"/>
              <a:stretch/>
            </p:blipFill>
            <p:spPr>
              <a:xfrm>
                <a:off x="6135416" y="1127141"/>
                <a:ext cx="2078231" cy="2233999"/>
              </a:xfrm>
              <a:prstGeom prst="rect">
                <a:avLst/>
              </a:prstGeom>
            </p:spPr>
          </p:pic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8126779E-5AF2-4288-8BE4-E6DAB898E9D7}"/>
                  </a:ext>
                </a:extLst>
              </p:cNvPr>
              <p:cNvSpPr/>
              <p:nvPr/>
            </p:nvSpPr>
            <p:spPr>
              <a:xfrm>
                <a:off x="6392592" y="2690827"/>
                <a:ext cx="1446191" cy="848511"/>
              </a:xfrm>
              <a:prstGeom prst="rect">
                <a:avLst/>
              </a:prstGeom>
              <a:solidFill>
                <a:schemeClr val="bg1"/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 b="1" dirty="0">
                  <a:solidFill>
                    <a:srgbClr val="CE1628"/>
                  </a:solidFill>
                </a:endParaRPr>
              </a:p>
            </p:txBody>
          </p:sp>
        </p:grp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53681E66-11A8-4FD3-8656-6D65550BFC37}"/>
                </a:ext>
              </a:extLst>
            </p:cNvPr>
            <p:cNvSpPr/>
            <p:nvPr/>
          </p:nvSpPr>
          <p:spPr>
            <a:xfrm>
              <a:off x="5884579" y="2852367"/>
              <a:ext cx="2541600" cy="495696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rgbClr val="FE0201"/>
                  </a:solidFill>
                  <a:latin typeface="Arial Narrow" panose="020B0606020202030204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BKHN-TSN</a:t>
              </a:r>
              <a:endParaRPr lang="en-US" sz="2000" b="1" dirty="0">
                <a:solidFill>
                  <a:srgbClr val="FE0201"/>
                </a:solidFill>
                <a:latin typeface="Arial Narrow" panose="020B0606020202030204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45518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6942D856-DA84-4940-89A8-73372E1FEC7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63" r="8124" b="14313"/>
          <a:stretch/>
        </p:blipFill>
        <p:spPr>
          <a:xfrm>
            <a:off x="701217" y="2368941"/>
            <a:ext cx="2078231" cy="2233999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B9D78D04-063E-43CA-A8A6-57470744AA5D}"/>
              </a:ext>
            </a:extLst>
          </p:cNvPr>
          <p:cNvSpPr/>
          <p:nvPr/>
        </p:nvSpPr>
        <p:spPr>
          <a:xfrm>
            <a:off x="273028" y="2075996"/>
            <a:ext cx="2934607" cy="2934607"/>
          </a:xfrm>
          <a:prstGeom prst="rect">
            <a:avLst/>
          </a:prstGeom>
          <a:noFill/>
          <a:ln w="28575">
            <a:solidFill>
              <a:srgbClr val="FE020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BB7765D-C4AE-4AC3-A90F-7663A39323AA}"/>
              </a:ext>
            </a:extLst>
          </p:cNvPr>
          <p:cNvSpPr/>
          <p:nvPr/>
        </p:nvSpPr>
        <p:spPr>
          <a:xfrm>
            <a:off x="963943" y="3775789"/>
            <a:ext cx="1476374" cy="92827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rgbClr val="FE0201"/>
                </a:solidFill>
                <a:latin typeface="Arial Narrow" panose="020B0606020202030204" pitchFamily="34" charset="0"/>
              </a:rPr>
              <a:t>TSN</a:t>
            </a:r>
            <a:endParaRPr lang="en-US" sz="3200" b="1" dirty="0">
              <a:solidFill>
                <a:srgbClr val="FE0201"/>
              </a:solidFill>
              <a:latin typeface="Arial Narrow" panose="020B060602020203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B19C189-FF8D-4259-B04B-650F394B082A}"/>
              </a:ext>
            </a:extLst>
          </p:cNvPr>
          <p:cNvSpPr/>
          <p:nvPr/>
        </p:nvSpPr>
        <p:spPr>
          <a:xfrm>
            <a:off x="1153396" y="3167063"/>
            <a:ext cx="1097468" cy="75247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E0201"/>
                </a:solidFill>
                <a:latin typeface="Arial Narrow" panose="020B0606020202030204" pitchFamily="34" charset="0"/>
              </a:rPr>
              <a:t>BKHN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74C0B21-C341-401C-8F64-400FF151DB9E}"/>
              </a:ext>
            </a:extLst>
          </p:cNvPr>
          <p:cNvSpPr/>
          <p:nvPr/>
        </p:nvSpPr>
        <p:spPr>
          <a:xfrm>
            <a:off x="6383593" y="1524600"/>
            <a:ext cx="2541600" cy="3808800"/>
          </a:xfrm>
          <a:prstGeom prst="rect">
            <a:avLst/>
          </a:prstGeom>
          <a:noFill/>
          <a:ln w="28575">
            <a:solidFill>
              <a:srgbClr val="AD22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2BD621A-8762-42BE-9C3A-F4083ED4B7A2}"/>
              </a:ext>
            </a:extLst>
          </p:cNvPr>
          <p:cNvSpPr/>
          <p:nvPr/>
        </p:nvSpPr>
        <p:spPr>
          <a:xfrm>
            <a:off x="6383593" y="4578950"/>
            <a:ext cx="2541600" cy="754450"/>
          </a:xfrm>
          <a:prstGeom prst="rect">
            <a:avLst/>
          </a:prstGeom>
          <a:solidFill>
            <a:srgbClr val="F7CC1E"/>
          </a:solidFill>
          <a:ln w="28575">
            <a:solidFill>
              <a:srgbClr val="AD22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AD2225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BKHN-TSN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0C45D66-BA84-44BE-9D5D-A542B541B1F2}"/>
              </a:ext>
            </a:extLst>
          </p:cNvPr>
          <p:cNvSpPr/>
          <p:nvPr/>
        </p:nvSpPr>
        <p:spPr>
          <a:xfrm>
            <a:off x="6891606" y="3528411"/>
            <a:ext cx="1446191" cy="848511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>
              <a:solidFill>
                <a:srgbClr val="CE1628"/>
              </a:solidFill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AED433F7-0CF1-47F6-80B3-0FC0D3D1E21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6609" t="13333" r="12614" b="55486"/>
          <a:stretch/>
        </p:blipFill>
        <p:spPr>
          <a:xfrm>
            <a:off x="6599023" y="2116331"/>
            <a:ext cx="2110740" cy="2138363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5DF22B86-A7D5-426E-BD4E-74097F664BAE}"/>
              </a:ext>
            </a:extLst>
          </p:cNvPr>
          <p:cNvSpPr/>
          <p:nvPr/>
        </p:nvSpPr>
        <p:spPr>
          <a:xfrm>
            <a:off x="9377372" y="1524600"/>
            <a:ext cx="2541600" cy="3808800"/>
          </a:xfrm>
          <a:prstGeom prst="rect">
            <a:avLst/>
          </a:prstGeom>
          <a:noFill/>
          <a:ln w="28575">
            <a:solidFill>
              <a:srgbClr val="AD22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2DC1C6B-11F9-4440-8FA2-53B3B9C335B7}"/>
              </a:ext>
            </a:extLst>
          </p:cNvPr>
          <p:cNvSpPr/>
          <p:nvPr/>
        </p:nvSpPr>
        <p:spPr>
          <a:xfrm>
            <a:off x="9377372" y="4578950"/>
            <a:ext cx="2541600" cy="754450"/>
          </a:xfrm>
          <a:prstGeom prst="rect">
            <a:avLst/>
          </a:prstGeom>
          <a:solidFill>
            <a:srgbClr val="F7CC1E"/>
          </a:solidFill>
          <a:ln w="28575">
            <a:solidFill>
              <a:srgbClr val="AD22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AD2225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BKHN-TSN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070D3C5-FBB7-4654-A136-E1146A9D15F0}"/>
              </a:ext>
            </a:extLst>
          </p:cNvPr>
          <p:cNvSpPr/>
          <p:nvPr/>
        </p:nvSpPr>
        <p:spPr>
          <a:xfrm>
            <a:off x="9885385" y="3528411"/>
            <a:ext cx="1446191" cy="848511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>
              <a:solidFill>
                <a:srgbClr val="CE1628"/>
              </a:solidFill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56C4BDE8-8165-4DD3-AF48-A28D19DE3A9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296" t="53869" r="55927" b="14377"/>
          <a:stretch/>
        </p:blipFill>
        <p:spPr>
          <a:xfrm>
            <a:off x="9592801" y="2050450"/>
            <a:ext cx="2110741" cy="2177597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B48B5799-8E46-4601-A643-F2961511026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63" r="8124" b="14313"/>
          <a:stretch/>
        </p:blipFill>
        <p:spPr>
          <a:xfrm>
            <a:off x="3794701" y="1859950"/>
            <a:ext cx="2078231" cy="2233999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12437F58-AA4C-499B-BDBF-B615D5FCD470}"/>
              </a:ext>
            </a:extLst>
          </p:cNvPr>
          <p:cNvSpPr/>
          <p:nvPr/>
        </p:nvSpPr>
        <p:spPr>
          <a:xfrm>
            <a:off x="3524814" y="1524600"/>
            <a:ext cx="2541600" cy="3808800"/>
          </a:xfrm>
          <a:prstGeom prst="rect">
            <a:avLst/>
          </a:prstGeom>
          <a:noFill/>
          <a:ln w="28575">
            <a:solidFill>
              <a:srgbClr val="FE020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03484E6-5467-443E-AFF2-08E7B712CF36}"/>
              </a:ext>
            </a:extLst>
          </p:cNvPr>
          <p:cNvSpPr/>
          <p:nvPr/>
        </p:nvSpPr>
        <p:spPr>
          <a:xfrm>
            <a:off x="3524814" y="4578950"/>
            <a:ext cx="2541600" cy="754450"/>
          </a:xfrm>
          <a:prstGeom prst="rect">
            <a:avLst/>
          </a:prstGeom>
          <a:solidFill>
            <a:srgbClr val="F3C108"/>
          </a:solidFill>
          <a:ln w="28575">
            <a:solidFill>
              <a:srgbClr val="FE020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rgbClr val="FE020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BÁCH KHOA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1D04F7A-BE8F-431E-A333-6BC48126BDEB}"/>
              </a:ext>
            </a:extLst>
          </p:cNvPr>
          <p:cNvSpPr/>
          <p:nvPr/>
        </p:nvSpPr>
        <p:spPr>
          <a:xfrm>
            <a:off x="4057427" y="3343875"/>
            <a:ext cx="1476374" cy="92827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rgbClr val="FE0201"/>
                </a:solidFill>
                <a:latin typeface="Arial Narrow" panose="020B0606020202030204" pitchFamily="34" charset="0"/>
              </a:rPr>
              <a:t>TSN</a:t>
            </a:r>
            <a:endParaRPr lang="en-US" sz="3200" b="1" dirty="0">
              <a:solidFill>
                <a:srgbClr val="FE0201"/>
              </a:solidFill>
              <a:latin typeface="Arial Narrow" panose="020B0606020202030204" pitchFamily="34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6A17A88-7004-421D-9810-C7F9641B5CC6}"/>
              </a:ext>
            </a:extLst>
          </p:cNvPr>
          <p:cNvSpPr/>
          <p:nvPr/>
        </p:nvSpPr>
        <p:spPr>
          <a:xfrm>
            <a:off x="4246880" y="2658072"/>
            <a:ext cx="1097468" cy="75247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FE0201"/>
                </a:solidFill>
                <a:latin typeface="Arial Narrow" panose="020B0606020202030204" pitchFamily="34" charset="0"/>
              </a:rPr>
              <a:t>BK</a:t>
            </a:r>
          </a:p>
        </p:txBody>
      </p:sp>
    </p:spTree>
    <p:extLst>
      <p:ext uri="{BB962C8B-B14F-4D97-AF65-F5344CB8AC3E}">
        <p14:creationId xmlns:p14="http://schemas.microsoft.com/office/powerpoint/2010/main" val="13082034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B48B5799-8E46-4601-A643-F2961511026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63" r="8124" b="14313"/>
          <a:stretch/>
        </p:blipFill>
        <p:spPr>
          <a:xfrm>
            <a:off x="3628812" y="1778965"/>
            <a:ext cx="2362632" cy="2539716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12437F58-AA4C-499B-BDBF-B615D5FCD470}"/>
              </a:ext>
            </a:extLst>
          </p:cNvPr>
          <p:cNvSpPr/>
          <p:nvPr/>
        </p:nvSpPr>
        <p:spPr>
          <a:xfrm>
            <a:off x="3524814" y="1524600"/>
            <a:ext cx="2541600" cy="3808800"/>
          </a:xfrm>
          <a:prstGeom prst="rect">
            <a:avLst/>
          </a:prstGeom>
          <a:noFill/>
          <a:ln w="28575">
            <a:solidFill>
              <a:srgbClr val="FE020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03484E6-5467-443E-AFF2-08E7B712CF36}"/>
              </a:ext>
            </a:extLst>
          </p:cNvPr>
          <p:cNvSpPr/>
          <p:nvPr/>
        </p:nvSpPr>
        <p:spPr>
          <a:xfrm>
            <a:off x="3524814" y="4578950"/>
            <a:ext cx="2541600" cy="754450"/>
          </a:xfrm>
          <a:prstGeom prst="rect">
            <a:avLst/>
          </a:prstGeom>
          <a:solidFill>
            <a:srgbClr val="F3C108"/>
          </a:solidFill>
          <a:ln w="28575">
            <a:solidFill>
              <a:srgbClr val="FE020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rgbClr val="FE020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BÁCH KHOA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1D04F7A-BE8F-431E-A333-6BC48126BDEB}"/>
              </a:ext>
            </a:extLst>
          </p:cNvPr>
          <p:cNvSpPr/>
          <p:nvPr/>
        </p:nvSpPr>
        <p:spPr>
          <a:xfrm>
            <a:off x="3788228" y="3459987"/>
            <a:ext cx="1828800" cy="92827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rgbClr val="FE0201"/>
                </a:solidFill>
                <a:latin typeface="Arial Narrow" panose="020B0606020202030204" pitchFamily="34" charset="0"/>
              </a:rPr>
              <a:t>TSN</a:t>
            </a:r>
            <a:endParaRPr lang="en-US" sz="3200" b="1" dirty="0">
              <a:solidFill>
                <a:srgbClr val="FE0201"/>
              </a:solidFill>
              <a:latin typeface="Arial Narrow" panose="020B0606020202030204" pitchFamily="34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6A17A88-7004-421D-9810-C7F9641B5CC6}"/>
              </a:ext>
            </a:extLst>
          </p:cNvPr>
          <p:cNvSpPr/>
          <p:nvPr/>
        </p:nvSpPr>
        <p:spPr>
          <a:xfrm>
            <a:off x="4217852" y="2672586"/>
            <a:ext cx="1097468" cy="92827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rgbClr val="FE0201"/>
                </a:solidFill>
                <a:latin typeface="Arial Narrow" panose="020B0606020202030204" pitchFamily="34" charset="0"/>
              </a:rPr>
              <a:t>BK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56D5F66-5ABF-4C13-8360-882F069E007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63" r="8124" b="14313"/>
          <a:stretch/>
        </p:blipFill>
        <p:spPr>
          <a:xfrm>
            <a:off x="7228355" y="1778965"/>
            <a:ext cx="2362632" cy="2539716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46B286BB-81F4-4D60-B19C-7068FA78AF3E}"/>
              </a:ext>
            </a:extLst>
          </p:cNvPr>
          <p:cNvSpPr/>
          <p:nvPr/>
        </p:nvSpPr>
        <p:spPr>
          <a:xfrm>
            <a:off x="7124357" y="1524600"/>
            <a:ext cx="2541600" cy="3808800"/>
          </a:xfrm>
          <a:prstGeom prst="rect">
            <a:avLst/>
          </a:prstGeom>
          <a:noFill/>
          <a:ln w="28575">
            <a:solidFill>
              <a:srgbClr val="FE020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CE473C4-2244-49B5-856F-D9BF5AD63CF9}"/>
              </a:ext>
            </a:extLst>
          </p:cNvPr>
          <p:cNvSpPr/>
          <p:nvPr/>
        </p:nvSpPr>
        <p:spPr>
          <a:xfrm>
            <a:off x="7124357" y="4578950"/>
            <a:ext cx="2541600" cy="754450"/>
          </a:xfrm>
          <a:prstGeom prst="rect">
            <a:avLst/>
          </a:prstGeom>
          <a:solidFill>
            <a:srgbClr val="F3C108"/>
          </a:solidFill>
          <a:ln w="28575">
            <a:solidFill>
              <a:srgbClr val="FE020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rgbClr val="FE020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BÁCH KHOA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90BB244-F2B1-4815-9CCB-540F8135F3F6}"/>
              </a:ext>
            </a:extLst>
          </p:cNvPr>
          <p:cNvSpPr/>
          <p:nvPr/>
        </p:nvSpPr>
        <p:spPr>
          <a:xfrm>
            <a:off x="7402285" y="3459987"/>
            <a:ext cx="1828800" cy="92827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rgbClr val="FE0201"/>
                </a:solidFill>
                <a:latin typeface="Arial Narrow" panose="020B0606020202030204" pitchFamily="34" charset="0"/>
              </a:rPr>
              <a:t>TSN</a:t>
            </a:r>
            <a:endParaRPr lang="en-US" sz="3200" b="1" dirty="0">
              <a:solidFill>
                <a:srgbClr val="FE0201"/>
              </a:solidFill>
              <a:latin typeface="Arial Narrow" panose="020B060602020203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777B129-5A4E-42A1-B1D5-9414A2C121A7}"/>
              </a:ext>
            </a:extLst>
          </p:cNvPr>
          <p:cNvSpPr/>
          <p:nvPr/>
        </p:nvSpPr>
        <p:spPr>
          <a:xfrm>
            <a:off x="7767951" y="2672586"/>
            <a:ext cx="1097468" cy="92827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rgbClr val="FE0201"/>
                </a:solidFill>
                <a:latin typeface="Arial Narrow" panose="020B0606020202030204" pitchFamily="34" charset="0"/>
              </a:rPr>
              <a:t>BK</a:t>
            </a:r>
          </a:p>
        </p:txBody>
      </p:sp>
    </p:spTree>
    <p:extLst>
      <p:ext uri="{BB962C8B-B14F-4D97-AF65-F5344CB8AC3E}">
        <p14:creationId xmlns:p14="http://schemas.microsoft.com/office/powerpoint/2010/main" val="399457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196BAE2-EE5C-4955-A339-CE9FBE8EAF3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910" t="12592" r="53571" b="54630"/>
          <a:stretch/>
        </p:blipFill>
        <p:spPr>
          <a:xfrm>
            <a:off x="876300" y="774700"/>
            <a:ext cx="2298700" cy="22479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0771757-A3F4-4424-8489-F50AFAA991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5843" y="-263922"/>
            <a:ext cx="6858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B98DFE8-E25B-41C5-825E-4AB8AF1F881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609" t="13333" r="12614" b="55486"/>
          <a:stretch/>
        </p:blipFill>
        <p:spPr>
          <a:xfrm>
            <a:off x="552424" y="3894137"/>
            <a:ext cx="2110740" cy="21383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3DFF8CB-13E6-41EB-9D37-CB2C1525655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296" t="53869" r="55927" b="14377"/>
          <a:stretch/>
        </p:blipFill>
        <p:spPr>
          <a:xfrm>
            <a:off x="3546202" y="3828256"/>
            <a:ext cx="2110741" cy="217759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7523D1E-77B4-48E7-896B-5ECEE4EB79C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2950" t="51007" r="11310" b="12510"/>
          <a:stretch/>
        </p:blipFill>
        <p:spPr>
          <a:xfrm>
            <a:off x="3546202" y="663178"/>
            <a:ext cx="2451100" cy="250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900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25</Words>
  <Application>Microsoft Office PowerPoint</Application>
  <PresentationFormat>Widescreen</PresentationFormat>
  <Paragraphs>21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Arial Narrow</vt:lpstr>
      <vt:lpstr>Calibri</vt:lpstr>
      <vt:lpstr>Calibri Light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Phung Hoang</dc:creator>
  <cp:lastModifiedBy>Phung Hoang</cp:lastModifiedBy>
  <cp:revision>15</cp:revision>
  <dcterms:created xsi:type="dcterms:W3CDTF">2025-12-19T07:59:58Z</dcterms:created>
  <dcterms:modified xsi:type="dcterms:W3CDTF">2025-12-19T10:43:35Z</dcterms:modified>
</cp:coreProperties>
</file>