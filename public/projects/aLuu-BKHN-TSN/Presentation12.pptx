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>
        <p:scale>
          <a:sx n="125" d="100"/>
          <a:sy n="125" d="100"/>
        </p:scale>
        <p:origin x="2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B614-3A1F-4376-A285-3FD5E529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1569A-9AE3-4AC8-BB6F-47D2D5A92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F1A1C-2AD7-4FD2-8C74-ACB7023E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29AA5-8D23-4C6C-9626-B349BB49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1B90F-3970-4B5D-9243-A05860BC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60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7B6B-93C4-42C4-A737-0DE8DD19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8CA60-19FB-464A-A822-E0A42F6E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6ADC-29F5-41AF-84F8-C3BF2D36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EBBB-D557-4596-8D25-ED907E13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5B9F2-82EC-4D5C-A4AE-4826F26E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A3D6-E78F-47F9-A933-A9C56202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03430-91D2-4C3B-9266-9EDBF99A3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785C7-0015-4FDF-9389-E783DEF0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A4EF-40EC-44B1-96C2-05926208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1842-F8E3-492E-82BF-7CACCA80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8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9A24-D2F2-4F18-955D-B6E37D5B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301F-1DFC-4EB0-8A53-23A08C965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C8932-5B45-4EEC-B0D1-530211421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B2512-7049-4644-A08C-C4ACA9AF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3238F-4BBA-40A8-9DF9-14C3E0E5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749F6-4E96-4346-AE80-0643604F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8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8C7E-EC98-40A9-A7E1-FB57D0AF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EDBED-71C3-480F-8DA7-AE32B7CF2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EEFC7-6F36-47E4-9F59-1ED225FE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65EED-BAE1-4B06-8EB0-CA0508A70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2C594-BFE3-4791-9496-FBC0E9027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B6A7E-487D-4B2B-A387-A6AF6D28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80708-C206-4A65-BDA0-3B3E378E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4645B-4484-459A-AF4B-1CD70D63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8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565E-95F2-472F-9D6A-DCCB0D22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CBF8F-A2DD-4336-9A85-90468E1A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33D67-9DDD-4BA9-AF29-0B5BDC0C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8B5D1-8563-49DC-96F6-2EC11B75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3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5AE96-E587-4806-B09B-B17A9DC5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38D8F-0AC5-40E1-A895-D836FB89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EB97B-BE6B-4E65-836F-48DD6141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9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F8C2-0873-49B7-ABC1-454691A6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BB7-158D-491C-AE17-D9A47F7F1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D55A4-BAF4-46FF-812A-02865C317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A97AD-FE50-4D34-B7FF-1B1F2140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FDC83-095A-4463-A956-8BF59406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F1041-0879-4ABB-9977-02476348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BEC8-0D19-4724-BB41-56C28D57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52496-D82A-4AAE-9551-63500DE39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DFC40-7D9F-4306-8F6E-CE6AC949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D999F-9A1E-46FC-BB43-60B9B2ED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5E2A1-0F47-431A-8821-F74A1F86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E1B5C-8A57-494A-9E21-8D223722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370E-5423-4121-9BA4-1B44F87C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9D79E-378E-4567-98FC-72AB4187F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3F4A-0D56-4198-809B-0DF26EFB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81B0-9D8A-489A-BCE7-4654C716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6166F-0F00-427F-9682-43A1EEFA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6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1F12C-B783-4B85-BE37-60DF16C33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33D5F-A04A-4EE6-9702-A02FADE04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AE4D-EC34-477E-AD9F-A3D36DF5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59859-BE74-4C71-BACB-FCFE60A5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96F1-E8D7-4539-A7B3-B3989F82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1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14BEE-8382-490C-9E5A-7A664C332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CC099-17D8-41C0-88C2-30CCFAE71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17BF-0AB1-49B8-97D2-4F6E89AD2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0465E-BBE5-4D93-9D8F-11285375DA8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E1F37-2566-450C-A5D9-5CD061903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2365-6682-4DBD-B84B-7B6A2E6A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73C75-0D3D-4DC1-B4E8-077669607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7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983679-A94E-4F5F-AEEE-9909FC69D0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0" t="4615" r="9791" b="14815"/>
          <a:stretch/>
        </p:blipFill>
        <p:spPr>
          <a:xfrm>
            <a:off x="0" y="0"/>
            <a:ext cx="5190067" cy="552555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111F2C-6A51-49D8-9F65-CC60B2FA261C}"/>
              </a:ext>
            </a:extLst>
          </p:cNvPr>
          <p:cNvSpPr/>
          <p:nvPr/>
        </p:nvSpPr>
        <p:spPr>
          <a:xfrm>
            <a:off x="-2" y="-2"/>
            <a:ext cx="302400" cy="2433600"/>
          </a:xfrm>
          <a:prstGeom prst="rect">
            <a:avLst/>
          </a:prstGeom>
          <a:noFill/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4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7</cp:revision>
  <dcterms:created xsi:type="dcterms:W3CDTF">2025-12-22T08:09:06Z</dcterms:created>
  <dcterms:modified xsi:type="dcterms:W3CDTF">2025-12-22T16:52:47Z</dcterms:modified>
</cp:coreProperties>
</file>